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08960"/>
            <a:ext cx="12188952" cy="164592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PAPUA NEW GUINEA NATIONAL INSTITUTE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STANDARDS AND INDUSTRIAL TECHNOLOGY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Recruitment &amp; Workforce Management Platform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Modernising government hiring with secure, auditable, AI-assisted workflows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09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31520" y="5577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SCREENING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897880"/>
            <a:ext cx="32918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CV parsing &amp; ranking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457200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4709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480560" y="5577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APPLICATION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5897880"/>
            <a:ext cx="32918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Auto-saving, mobile-friendly wizard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457200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4709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229600" y="5577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5897880"/>
            <a:ext cx="32918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privileged action logged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PNG NISIT IT Department  ·  April 2026  ·  v1.1 (Single-tenant)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31352" y="64739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00.  Agenda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 Executive Summary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 The Problem We Are Solving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 The Solution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 Value &amp; Measurable Impact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 What Makes This Different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 Security, Compliance &amp; Trust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 Technology &amp; Delivery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 Roadmap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 Risks &amp; Mitigations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The Ask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 Executive Summary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PNG NISIT HR Portal is a secure, AI-assisted recruitment and workforce-management platform purpose-built for the Papua New Guinea National Institute of Standards and Industrial Technology. It replaces a fragmented, paper-and-spreadsheet hiring process with a single, auditable system that takes a vacancy from public advertisement through to signed employment contract — without ever leaving the platform.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54864" cy="137160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493008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3785616"/>
            <a:ext cx="1081735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hiring in PNG today is slow, opaque, and difficult to audit. The HR Portal compresses a multi-week recruitment cycle into days, gives leadership real-time visibility into the workforce pipeline, and provides every decision with a defensible audit trail.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of stakeholders &amp; sponsors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HR Portal as PNG NISIT's official recruitment platform of record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Phase 4: PNG-specific AI tuning, executive analytics, native mobile experience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the platform within whole-of-government digital transformation initiatives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 The Problem We Are Solving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hiring process is slow, opaque, and hard to defend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cycles stretch from weeks to months — qualified candidates accept offers elsewhere first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system-of-record: when oversight bodies ask 'why was this candidate hired?', evidence is scattered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managers spend hours manually reading CVs with no consistent ranking and no bias protection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planning is reactive — leadership only learns of vacancies and contract expiries when they arrive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(CVs, salaries, contracts) is duplicated across personal devices, creating real exposure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212080"/>
            <a:ext cx="54864" cy="1280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5321808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DOING NOTHING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5614416"/>
            <a:ext cx="1081735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delayed hire is lost productivity. Each lost audit trail is a compliance and reputational risk. Each manual screening hour is taxpayer money spent on work a computer can do better.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 The Solution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recruitment and workforce management in one auditable 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capability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240280"/>
            <a:ext cx="1109167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career portal &amp; guided 8-step application wizard with auto-save and live status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recruitment: automatic CV parsing, candidate ranking, and tailored interview-question generation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configurable screening questions, auto-reject, bulk actions, clear pipeline from Applied → Hired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 offer letters and contract management with one-click email send and 30-day expiry alerts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analytics &amp; forecasting, role-based access, fully editable per-role permissions, and government-grade audit logs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6235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623560"/>
            <a:ext cx="54864" cy="91440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733288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 FITS NISIT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6025896"/>
            <a:ext cx="1081735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 deployment isolates all NISIT data. The underlying multi-tenant architecture is preserved — extending to partner agencies later is a configuration change, not a re-build.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 Value &amp; Measurable Impact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TIME SAVED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329184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CV parsing &amp; ranking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78308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48056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OFFER TURNAROUND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3108960"/>
            <a:ext cx="329184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 offers in seconds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78308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2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108960"/>
            <a:ext cx="329184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Actor, target, timestamp on every 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520440"/>
            <a:ext cx="3657600" cy="73152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HR &amp; Hiring Managers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1605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AI-ranked shortlists surface best-fit first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across server-side filters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safeguards on destructive actions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352044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3520440"/>
            <a:ext cx="3657600" cy="73152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Executive Leadership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1605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vacancy &amp; pipeline dashboards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forecasting flags upcoming attrition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audit trail on demand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46720" y="352044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3520440"/>
            <a:ext cx="3657600" cy="73152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Applicants &amp; the Public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0" y="41605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wizard with auto-save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notifications at every stage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Saved-job closing-soon reminders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 What Makes This Different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479740"/>
                <a:gridCol w="2392321"/>
                <a:gridCol w="1957354"/>
                <a:gridCol w="32622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Off-the-shelf HRIS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 /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 NISIT HR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PNG NISIT branding &amp; process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candidate ranking against the job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Government-grade 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opt-in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privileged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Per-role editable permissions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Branded PDF offer letters &amp; contracts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Hand-typed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One-click, emailed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forecasting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Single-tenant data isolation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SaaS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Single-tenant for NISIT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8521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5852160"/>
            <a:ext cx="54864" cy="77724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5961888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POSTURE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6254496"/>
            <a:ext cx="10817352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 Portal is not bought-in SaaS NISIT must adapt itself to. It is a NISIT-owned platform, with NISIT-aligned process, NISIT-branded outputs, and a NISIT-controlled roadmap.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 Security, Compliance &amp; Trust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828800"/>
            <a:ext cx="64008" cy="43891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965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46888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(5 default roles)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editable permissions matrix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domain enforcement (.gov.pg)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session timeout, idle logout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82880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828800"/>
            <a:ext cx="64008" cy="43891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965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246888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Tenant-isolated document storage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Reason-tracked sensitive removals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Single-use, expiring reset tokens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182880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828800"/>
            <a:ext cx="64008" cy="43891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965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246888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on every privileged action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Filterable, exportable audit history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/ target / outcome on every entry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donor &amp; oversight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 Technology &amp; Delivery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maintainable 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front-end (Vite)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API with typed OpenAPI codegen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Drizzle 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with per-tenant ACLs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structured logging + audit subsystem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with RFC-compliant unsubscribe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readiness today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with real users &amp;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checkpoints &amp; rollback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Hot-reloadable workflows, zero-downtime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SaaS licensing — NISIT-owned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usage-scaled hosting cost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 Roadmap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621668"/>
                <a:gridCol w="2016668"/>
                <a:gridCol w="645333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Foundations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Single-tenant deployment, full pipeline, offer letters, contracts, audit log, RBAC, applicant portal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— AI assist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parsing, candidate ranking, interview-question generator, workforce forecasting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— Editable 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 (Apr 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Per-role editable permissions matrix, full editable user details, agency reassignment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 — Sponsor-funded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PNG-specific AI tuning, advanced analytics, native mobile, national identity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 — Whole-of-government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Re-enable multi-agency mode; NISIT operates a shared HR service for partner agencies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34924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5349240"/>
            <a:ext cx="54864" cy="1188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5458968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SPONSORSHIP UNLOCKS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5751576"/>
            <a:ext cx="108173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turns a proven NISIT-only platform into a benchmark for PNG public-sector digital transformation. Phase 5 positions NISIT as the operator of a shared service that other agencies pay into — converting an internal tool into a strategic asset.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 Risks &amp; Mitigations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251007"/>
                <a:gridCol w="784066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user adoption among hiring managers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rollout with hands-on training; HR officers as in-house champions; UX validated in Phase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 data privacy concerns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privacy notice, single-use reset tokens, audit-logged removals, RFC-compliant unsubscribe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 fears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is NISIT-owned; data lives in NISIT-controlled PostgreSQL; export tooling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mis-ranking of candidates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scores are advisory, not decisive. Humans decide; every override is logged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interruption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is operational and self-sustaining at current scope. Sponsorship accelerates Phase 4-5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88952" cy="457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HR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45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Sponsor Pitch  ·  April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6492240"/>
            <a:ext cx="114574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817352" y="65653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50292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The Ask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delivered Phase 3 platform to a Phase 4–5 strategic capability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54864" cy="123444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121408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ENDORSEMENT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414016"/>
            <a:ext cx="1081735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adopt the HR Portal as PNG NISIT's recruitment platform of record, with executive sign-off for HR, Hiring Managers and Applicants to use it as the single source of truth.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9000"/>
            <a:ext cx="54864" cy="1234440"/>
          </a:xfrm>
          <a:prstGeom prst="rect">
            <a:avLst/>
          </a:prstGeom>
          <a:solidFill>
            <a:srgbClr val="0B5394"/>
          </a:solidFill>
          <a:ln w="12700">
            <a:solidFill>
              <a:srgbClr val="0B53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538728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SPONSORSHIP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3831336"/>
            <a:ext cx="1081735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Co-fund Phase 4: PNG-specific AI tuning, executive analytics, native mobile experience for hiring managers, and integration with national identity &amp; qualification registries.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846320"/>
            <a:ext cx="54864" cy="12344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56048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ADVOCACY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5248656"/>
            <a:ext cx="10817352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the platform within whole-of-government digital transformation conversations, positioning NISIT as the operator of a future shared HR service for partner agencies.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22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7A0E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the opportunity to walk stakeholders through a live demonstration of the production system 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ranking, audit log, editable permissions matrix, and the offer-letter workflow.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36576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IT Department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 Programme Office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644652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NISIT  ·  HR Portal Pitch  ·  April 2026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PNG NISIT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PNG NISIT HR Portal — Stakeholder &amp; Sponsor Pitch</dc:title>
  <dc:subject>PptxGenJS Presentation</dc:subject>
  <dc:creator>PptxGenJS</dc:creator>
  <cp:lastModifiedBy>PptxGenJS</cp:lastModifiedBy>
  <cp:revision>1</cp:revision>
  <dcterms:created xsi:type="dcterms:W3CDTF">2026-04-20T06:19:53Z</dcterms:created>
  <dcterms:modified xsi:type="dcterms:W3CDTF">2026-04-20T06:19:53Z</dcterms:modified>
</cp:coreProperties>
</file>