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Recruitment &amp; Workforce Management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Briefing  ·  April 2026  ·  Version 1.1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Deployment — Exclusively for the Papua New Guinea National Institute of Standards and Industrial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platform, and what it delivers for PNG NISIT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recruitment &amp; workforce management platform, deployed exclusively for PNG NISIT.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Modernises the entire hiring lifecycle — from public job advertising through to onboarding and contract management.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AI to reduce manual screening effort and improve decision quality.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work that today lives across spreadsheets, email inboxes and disparate tools into one auditable system.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Government-grade audit logging and role-based access on every endpoint.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lock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job, application, candidate and contract belongs to PNG NISIT.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multi-agency architecture preserved — re-enable later if NISIT expands the platform to partner agencies.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audiences and the value each receives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Benefit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NISIT HR 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Streamlined hiring, less paperwork, defensible audit trails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NISIT Hiring Managers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shortlists, AI-ranked candidates, better interview prep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NISIT Executive Leadership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workforce visibility and attrition forecasting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Administrators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&amp; integration management, compliance reporting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Applicants (Public)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Modern, mobile-friendly application experience for NISIT vacancies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 Portal &amp; Application Wizard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branded experience for NISIT applicants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NISIT-branded public landing page listing all open NISIT vacancies.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department, location and employment type.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“Save Job” feature with optional closing-soon email reminders (configurable: 3, 7 or 14 days ahead).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guided application wizard: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contact details, availability, education, experience &amp; skills.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uploads (CV, cover letter, certificates).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Job-specific screening questions with auto-reject for mandatory criteria.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declarations (privacy consent, background check, conflict of interest).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drafts so applicants can resume later.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 status tracking.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Recruitment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screening time and surface the best candidates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CV parsing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skills, experience and education from PDF and DOCX uploads.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applicants against the specific job description and surfaces best-fit candidates first.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generator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targeted interview questions tailored to each candidate and role.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forecasting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 into upcoming vacancies and attrition risk.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Recruitment Workflow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job posting to hire — without spreadsheets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publish, close and re-post jobs.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screening questions with auto-reject logic for mandatory criteria.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Applied → Shortlisted → Interview → Offer → Hired / Rejected.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with server-side filter support — operate on entire filter results, not just visible rows.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safeguards on bulk actions, with live match counts before any change is committed.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notes, scoring and tagging on every application.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pipeline visualisation and status history.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 at a Glance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 moves through a tracked, auditable workflow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103120" cy="1097280"/>
          </a:xfrm>
          <a:prstGeom prst="chevron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0" y="2743200"/>
            <a:ext cx="2103120" cy="1097280"/>
          </a:xfrm>
          <a:prstGeom prst="chevron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43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2103120" cy="1097280"/>
          </a:xfrm>
          <a:prstGeom prst="chevron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743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0" y="2743200"/>
            <a:ext cx="2103120" cy="1097280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743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743200"/>
            <a:ext cx="2103120" cy="109728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743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records who, when, and why — feeding the audit trail and SLA reporting.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Letters &amp; Contract Management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Branded, tracked, and safe to send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offer letter generation.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send to candidate via email, with confirm-before-send safeguards.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protection — warns if an offer letter was sent within the last 24 hours.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send history per application: who sent it, when, and to which email.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 management (Fixed-term, Permanent, Casual).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Signed-contract upload with reason-tracked replacement and removal.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contract expiry alerts (30 days ahead).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with full chain of custody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object storage for CVs, cover letters, certificates and signed contracts.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Access-control policies prevent unauthorised retrieval.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Removed-document audit trail with mandatory reason capture for sensitive removals.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version history.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capture on contract document replacement.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Communication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message, right person, with respect for inboxes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Status-update emails to applicants at each pipeline stage.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Stalled-application alerts to hiring managers (with one-click unsubscribe).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Saved-job closing-soon reminders with per-user opt-in and frequency control.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8058 one-click unsubscribe links — Gmail and Outlook compatible.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 bell for HR (new applications, contract expiry, etc.).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notification preferences.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clear roles, scoped permissions on every endpoint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oversight, user management, integrations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Officer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Day-to-day recruitment operations and contract administration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shortlists and AI-ranked candidates for their roles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Leadership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analytics and forecasting dashboards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public access — apply, track, manage profile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PNG government accountability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audit trail for every administrative action — logins, status changes, document removals, offer sends, AI-ranking clears.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filterable audit log view.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Status-history tracking with the user who made each change.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capture on sensitive operations (document removal, contract replacement).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support PNG government PII handling and accountability requirements.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backed by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vs. filled-position dashboards.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funnel and time-to-hire metrics.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distribution by department, location and employment type.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workforce forecasting.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 with filter context preserved.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Deployment for PNG NISIT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NISIT today, ready for tomorrow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locked to PNG NISIT — every job, application, employee and contract belongs to NISIT.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endpoints enforce the NISIT scope server-side, regardless of caller.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job board, application portal and admin tools are all branded and scoped to NISIT.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multi-tenant architecture is preserved in the codebase.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</a:t>
            </a:r>
            <a:endParaRPr lang="en-US" sz="1600" dirty="0"/>
          </a:p>
          <a:p>
            <a:pPr lvl="1" marL="711200" indent="-355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Multi-agency mode can be re-enabled in a future phase if PNG NISIT chooses to extend the platform to partner agencies — without re-engineering.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PNG NISIT HR Portal stands apart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HR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NISIT HR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for NISIT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Generic, requires customisation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specifically for PNG NISIT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Screening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 or absent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CV parsing, ranking, interview prep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Comprehensive, with reason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Application 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Long, single-page 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8-step wizard with auto-save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Letter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Word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 PDF, tracked, one-click send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Bulk, no opt-out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controls, RFC 8058 unsubscribe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Future-proofing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Multi-agency capable if NISIT later expands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Government-grade by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secrets and credentials via managed environment variables.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access scoped to PNG NISIT and enforced at the API layer.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sensitive document operations recorded with actor, timestamp and reason.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enforced on every endpoint.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and signed tokens on public-facing actions (e.g. unsubscribe).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with access-control policies.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with secure password reset flow.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modular, cloud-hosted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/ Express)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7552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77440" y="393192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·  CV Parsing  ·  Candidate Ranking  ·  Workforce Forecasting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 the cloud with TLS, automatic scaling, and health checks. Email delivered via SMTP with branded templates.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Stakeholder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Themes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the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analytics — diversity reporting, source-of-hire effectiveness.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applicant experience enhancements.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integration connectors (payroll, identity providers).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workforce planning scenarios.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for additional languages.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future expansion to partner government agencies (multi-agency mode), should PNG NISIT choose to extend the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demos and onboarding enquiries welcome.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  ·  Stakeholder Briefing  ·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PNG NISIT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PNG NISIT HR Portal</dc:title>
  <dc:subject>PptxGenJS Presentation</dc:subject>
  <dc:creator>PptxGenJS</dc:creator>
  <cp:lastModifiedBy>PptxGenJS</cp:lastModifiedBy>
  <cp:revision>1</cp:revision>
  <dcterms:created xsi:type="dcterms:W3CDTF">2026-04-19T12:54:39Z</dcterms:created>
  <dcterms:modified xsi:type="dcterms:W3CDTF">2026-04-19T12:54:39Z</dcterms:modified>
</cp:coreProperties>
</file>